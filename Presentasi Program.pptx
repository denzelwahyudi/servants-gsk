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7" r:id="rId3"/>
    <p:sldId id="273" r:id="rId4"/>
    <p:sldId id="256" r:id="rId5"/>
    <p:sldId id="258" r:id="rId6"/>
    <p:sldId id="261" r:id="rId7"/>
    <p:sldId id="262" r:id="rId8"/>
    <p:sldId id="259" r:id="rId9"/>
    <p:sldId id="276" r:id="rId10"/>
    <p:sldId id="277" r:id="rId11"/>
    <p:sldId id="278" r:id="rId12"/>
    <p:sldId id="280" r:id="rId13"/>
    <p:sldId id="281" r:id="rId14"/>
    <p:sldId id="279" r:id="rId15"/>
    <p:sldId id="283" r:id="rId16"/>
    <p:sldId id="284" r:id="rId17"/>
    <p:sldId id="282" r:id="rId18"/>
    <p:sldId id="285" r:id="rId19"/>
    <p:sldId id="286" r:id="rId20"/>
    <p:sldId id="287" r:id="rId21"/>
    <p:sldId id="288" r:id="rId22"/>
    <p:sldId id="260" r:id="rId23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25D8-B3E2-41F5-BCAC-40518F70D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36DC1-45FA-4CDD-89EA-D7B9C4FEB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32E61-ABE8-4B55-B76C-2A65722F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B5BA6-BB14-443A-B906-2C91120D4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CFEC0-0F4F-4E11-BE29-FECE2015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94493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E23E-79B7-4E29-8C37-5E6A6814F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BF8C8-2E59-422C-A60D-546B0850F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3927-0138-4983-9233-B5C3D7EFC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96809-48FA-49C7-AFD4-DF17BE2C6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AE58B-6A3C-45DD-BC0A-D08AE59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6808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131A4-1D29-4B53-9ECB-5D96F108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98373-E54D-42AC-8882-81DB28C64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D9CAD-1FD2-4BAC-A0A2-E875E2BC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65EB6-9789-4ADD-9904-C28362F88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B7E4C-66B2-48D2-B514-9050A2FA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2792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6931-8A38-49A7-A47D-BE84E216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B6494-76F0-43BF-BCC0-82CD454DA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F825D-CC05-4736-A7B2-89F2EABBB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383DA-4A9E-46C3-B8A5-3F4F5447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F0FEC-B503-4199-906A-8DFEE9D06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6466-C255-40B3-8D0B-BE73028A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47366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4C97-B6BB-44C4-AC1B-AF3405B1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984A8-2080-407D-BB73-42A08E1BB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F963C-4E5F-454B-BD24-C9C3498DA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0101B-BEC0-46C2-AE79-948A545F5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D6459-8E01-411B-A97A-58D6D47BE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E9385-B6E0-402C-AB12-A9887ED08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4B968D-D2B9-4168-8F06-2067E46E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E4945-403F-408A-B401-E7BBBE2D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4321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9DD1-0103-4686-9F55-A5E34F5A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49F56-E986-4D80-8692-6DB919DC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79C6D-3123-4173-8C86-0334C123B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AD838-C0E0-4ACB-B04C-2CD9DCC5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4658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1F2CFA-E6DF-4138-9D8F-9924D740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314D9-449B-484C-977F-8FABCFA9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9845A-E45A-49C9-BF0B-3B87ECBE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02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4954F-75DD-45C3-A2F3-BB5A0694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7FE4D-2201-46A0-AE59-A73CCBDF8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76EB2-A970-4E24-B5DB-D5F87BD27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B81C5-16C9-4518-8F2D-3DB71464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49B5A-7088-4CC5-8933-2CDC0D741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59DB7-9448-4EA5-91AA-3261D696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5892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3775-64CF-4F0D-845D-48069F39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42BC03-1260-4F0F-9CB6-CC751DA4E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7B497-1492-4AFA-9BEB-A4862C36A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7E02-FCF3-4831-B37D-CD4EE7D9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79588-7A97-49A5-AE9C-E1C68382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ACD21-754C-4305-BC79-8CE35ACE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992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F604-F897-410F-98E6-040D4CE8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32A5F-D128-4D79-9A24-9182440AA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1A042-70FE-465E-9542-756BE19F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FC004-CA2C-4CCA-BDFF-624FDBBB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3CFE3-ACD8-4B7B-AB5C-F8CC03AC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9686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19DBB0-FBAC-49BC-AA82-07D301C5D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A1251-CD78-4D7F-BF95-DE5006C7F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496D4-CCDB-4365-B0FA-9F36F0FE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1E771-F972-4AC6-B092-C62B1DD64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F141B-51BF-4E98-8E63-34E434D0E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7733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5E3BB-5C0B-415F-A9F2-656778D30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05373-7C8C-463C-80B5-E14B56621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4ACFE-BF9B-42AD-AF27-002DBAC77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73CBA-44F1-4D11-9C5D-89D6F0702CC9}" type="datetimeFigureOut">
              <a:rPr lang="id-ID" smtClean="0"/>
              <a:t>29/08/2026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4174B-FF47-4966-A4A9-3D2FF4A7F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63F8-A01B-4EE4-B74C-C0AA6751C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1DB26-A0DB-45EE-9967-3D931E50EC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6963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837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E1211A-FE8B-41C6-BA15-E9A3BB3CD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047" y="1544128"/>
            <a:ext cx="3761905" cy="3769743"/>
          </a:xfrm>
          <a:prstGeom prst="rect">
            <a:avLst/>
          </a:prstGeom>
        </p:spPr>
      </p:pic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23EB8B95-DF59-4C2B-94F2-92F16E97EDC8}"/>
              </a:ext>
            </a:extLst>
          </p:cNvPr>
          <p:cNvSpPr/>
          <p:nvPr/>
        </p:nvSpPr>
        <p:spPr>
          <a:xfrm>
            <a:off x="3244969" y="577969"/>
            <a:ext cx="5702060" cy="570206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4638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7D8460-1B1A-4EB4-AD84-E435E7B7E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150992" y="-693421"/>
            <a:ext cx="5890016" cy="824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1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354C35-AEFB-4DAE-862B-88084369D296}"/>
              </a:ext>
            </a:extLst>
          </p:cNvPr>
          <p:cNvSpPr txBox="1"/>
          <p:nvPr/>
        </p:nvSpPr>
        <p:spPr>
          <a:xfrm>
            <a:off x="3820077" y="2644170"/>
            <a:ext cx="4551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/>
              <a:t>Servants</a:t>
            </a:r>
            <a:endParaRPr lang="id-ID" sz="9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3BCF28-668A-40BE-AE57-13A88F625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66" y="2391079"/>
            <a:ext cx="2075842" cy="20758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627D18-69F1-42A3-9E99-BC5944BBE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591" y="2529689"/>
            <a:ext cx="1798622" cy="179862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8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682EB-2239-4CB3-A283-B7E4777CB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Autofit/>
          </a:bodyPr>
          <a:lstStyle/>
          <a:p>
            <a:r>
              <a:rPr lang="en-US" sz="7200" dirty="0" err="1"/>
              <a:t>Registrasi</a:t>
            </a:r>
            <a:endParaRPr lang="en-US" sz="7200" dirty="0"/>
          </a:p>
          <a:p>
            <a:r>
              <a:rPr lang="en-US" sz="7200" dirty="0"/>
              <a:t>Fitur</a:t>
            </a:r>
          </a:p>
          <a:p>
            <a:r>
              <a:rPr lang="en-US" sz="7200" dirty="0"/>
              <a:t>Download</a:t>
            </a:r>
          </a:p>
          <a:p>
            <a:r>
              <a:rPr lang="en-US" sz="7200" dirty="0" err="1"/>
              <a:t>Penutup</a:t>
            </a:r>
            <a:endParaRPr lang="id-ID" sz="7200" dirty="0"/>
          </a:p>
        </p:txBody>
      </p:sp>
    </p:spTree>
    <p:extLst>
      <p:ext uri="{BB962C8B-B14F-4D97-AF65-F5344CB8AC3E}">
        <p14:creationId xmlns:p14="http://schemas.microsoft.com/office/powerpoint/2010/main" val="2164721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A43DE-AA4C-4D1F-8809-2B21D05D0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84" y="5532437"/>
            <a:ext cx="10309025" cy="1325563"/>
          </a:xfrm>
        </p:spPr>
        <p:txBody>
          <a:bodyPr>
            <a:noAutofit/>
          </a:bodyPr>
          <a:lstStyle/>
          <a:p>
            <a:r>
              <a:rPr lang="en-US" sz="7200" dirty="0" err="1">
                <a:latin typeface="+mn-lt"/>
              </a:rPr>
              <a:t>gskkelapagading.vercel.app</a:t>
            </a:r>
            <a:endParaRPr lang="id-ID" sz="72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28741-5772-48C1-8959-F09796BE76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2" t="6843" r="6721" b="7059"/>
          <a:stretch/>
        </p:blipFill>
        <p:spPr>
          <a:xfrm>
            <a:off x="3202440" y="0"/>
            <a:ext cx="5787112" cy="578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65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82101B-0639-44FF-A109-5B042B854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70" y="1650096"/>
            <a:ext cx="1898877" cy="1992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9055E-510F-413D-AFDA-4BD7A6EA4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29" y="5207803"/>
            <a:ext cx="1282800" cy="14367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51E714-DECE-4B61-8ED3-76C8EA89DF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272" y="4998620"/>
            <a:ext cx="1645919" cy="16459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80A468-AD3D-4D1C-B839-D722FAFE9F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188" y="2479451"/>
            <a:ext cx="3488727" cy="23258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2874C5-7351-49E6-818F-B825A6798B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29" y="3478045"/>
            <a:ext cx="1520575" cy="15205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14D637-0EF9-4AB7-A1B5-B388A6857F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24" y="203049"/>
            <a:ext cx="1524151" cy="1524151"/>
          </a:xfrm>
          <a:prstGeom prst="round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E26E81-55B3-48BD-BADD-FC668FBE3EB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858075" y="965125"/>
            <a:ext cx="1621461" cy="19182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43AE84-D36D-410D-9BA6-4B8800D72479}"/>
              </a:ext>
            </a:extLst>
          </p:cNvPr>
          <p:cNvCxnSpPr>
            <a:cxnSpLocks/>
          </p:cNvCxnSpPr>
          <p:nvPr/>
        </p:nvCxnSpPr>
        <p:spPr>
          <a:xfrm>
            <a:off x="9380220" y="4386580"/>
            <a:ext cx="1036320" cy="11455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603774E-B6AA-418B-B143-D119B286ED36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826908" y="965125"/>
            <a:ext cx="3507016" cy="122440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B66ED87-250D-4CED-9E48-940A55F485B8}"/>
              </a:ext>
            </a:extLst>
          </p:cNvPr>
          <p:cNvCxnSpPr>
            <a:cxnSpLocks/>
            <a:stCxn id="16" idx="1"/>
            <a:endCxn id="15" idx="0"/>
          </p:cNvCxnSpPr>
          <p:nvPr/>
        </p:nvCxnSpPr>
        <p:spPr>
          <a:xfrm flipH="1">
            <a:off x="4604117" y="965125"/>
            <a:ext cx="729807" cy="25129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A827FED-A648-46FF-984E-70CB74B5AA5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419929" y="3347207"/>
            <a:ext cx="0" cy="18605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AB37F56-1E1B-4364-A8EA-E26F39D9E9AD}"/>
              </a:ext>
            </a:extLst>
          </p:cNvPr>
          <p:cNvCxnSpPr>
            <a:cxnSpLocks/>
            <a:stCxn id="15" idx="2"/>
            <a:endCxn id="7" idx="3"/>
          </p:cNvCxnSpPr>
          <p:nvPr/>
        </p:nvCxnSpPr>
        <p:spPr>
          <a:xfrm flipH="1">
            <a:off x="2061329" y="4998620"/>
            <a:ext cx="2542788" cy="92755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69208C7C-BE2E-40BB-98A3-A34AC4077482}"/>
              </a:ext>
            </a:extLst>
          </p:cNvPr>
          <p:cNvSpPr/>
          <p:nvPr/>
        </p:nvSpPr>
        <p:spPr>
          <a:xfrm>
            <a:off x="7824490" y="2543299"/>
            <a:ext cx="2198121" cy="2198121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Multiplication Sign 41">
            <a:extLst>
              <a:ext uri="{FF2B5EF4-FFF2-40B4-BE49-F238E27FC236}">
                <a16:creationId xmlns:a16="http://schemas.microsoft.com/office/drawing/2014/main" id="{286D660B-A504-44A4-A1C1-A3E095D77A81}"/>
              </a:ext>
            </a:extLst>
          </p:cNvPr>
          <p:cNvSpPr/>
          <p:nvPr/>
        </p:nvSpPr>
        <p:spPr>
          <a:xfrm>
            <a:off x="731823" y="1393832"/>
            <a:ext cx="2198121" cy="2198121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710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97B47E-AB4B-4860-B920-CA9C28EB8EB7}"/>
              </a:ext>
            </a:extLst>
          </p:cNvPr>
          <p:cNvSpPr txBox="1"/>
          <p:nvPr/>
        </p:nvSpPr>
        <p:spPr>
          <a:xfrm>
            <a:off x="1322664" y="2551837"/>
            <a:ext cx="95466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Bagi</a:t>
            </a:r>
            <a:r>
              <a:rPr lang="en-US" sz="5400" dirty="0"/>
              <a:t> HP Android, download file </a:t>
            </a:r>
            <a:r>
              <a:rPr lang="en-US" sz="5400" dirty="0" err="1"/>
              <a:t>GSK.apk</a:t>
            </a:r>
            <a:r>
              <a:rPr lang="en-US" sz="5400" dirty="0"/>
              <a:t> di </a:t>
            </a:r>
            <a:r>
              <a:rPr lang="en-US" sz="5400" dirty="0" err="1"/>
              <a:t>grup</a:t>
            </a:r>
            <a:r>
              <a:rPr lang="en-US" sz="5400" dirty="0"/>
              <a:t> </a:t>
            </a:r>
            <a:r>
              <a:rPr lang="en-US" sz="5400" dirty="0" err="1"/>
              <a:t>whatsapp</a:t>
            </a:r>
            <a:r>
              <a:rPr lang="en-US" sz="5400" dirty="0"/>
              <a:t> </a:t>
            </a:r>
            <a:r>
              <a:rPr lang="en-US" sz="5400" dirty="0" err="1"/>
              <a:t>jemaat</a:t>
            </a:r>
            <a:endParaRPr lang="id-ID" sz="5400" dirty="0"/>
          </a:p>
        </p:txBody>
      </p:sp>
    </p:spTree>
    <p:extLst>
      <p:ext uri="{BB962C8B-B14F-4D97-AF65-F5344CB8AC3E}">
        <p14:creationId xmlns:p14="http://schemas.microsoft.com/office/powerpoint/2010/main" val="4213670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8AF27FB-8319-427A-BB4B-C51769E2C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076" y="0"/>
            <a:ext cx="3075847" cy="6858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A21099E-2A25-44A1-8C65-3861C8A30E5C}"/>
              </a:ext>
            </a:extLst>
          </p:cNvPr>
          <p:cNvSpPr/>
          <p:nvPr/>
        </p:nvSpPr>
        <p:spPr>
          <a:xfrm rot="10800000">
            <a:off x="6652469" y="1879134"/>
            <a:ext cx="2801269" cy="5285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79901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1BFF8-E24D-4CA1-A79D-07BFE56B4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076" y="0"/>
            <a:ext cx="3075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87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7C660-6FD8-4E45-84C9-19145CFE7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076" y="0"/>
            <a:ext cx="3075847" cy="6858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A21099E-2A25-44A1-8C65-3861C8A30E5C}"/>
              </a:ext>
            </a:extLst>
          </p:cNvPr>
          <p:cNvSpPr/>
          <p:nvPr/>
        </p:nvSpPr>
        <p:spPr>
          <a:xfrm rot="10800000">
            <a:off x="6635691" y="1912689"/>
            <a:ext cx="2801269" cy="5285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776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0B78D6-0992-432D-90CD-743F6832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076" y="0"/>
            <a:ext cx="3075847" cy="6858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A21099E-2A25-44A1-8C65-3861C8A30E5C}"/>
              </a:ext>
            </a:extLst>
          </p:cNvPr>
          <p:cNvSpPr/>
          <p:nvPr/>
        </p:nvSpPr>
        <p:spPr>
          <a:xfrm rot="10800000">
            <a:off x="6384021" y="6014906"/>
            <a:ext cx="2801269" cy="5285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0088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4A57B1-4A12-436F-A1EC-7FC95BB65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076" y="0"/>
            <a:ext cx="3075847" cy="6858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A21099E-2A25-44A1-8C65-3861C8A30E5C}"/>
              </a:ext>
            </a:extLst>
          </p:cNvPr>
          <p:cNvSpPr/>
          <p:nvPr/>
        </p:nvSpPr>
        <p:spPr>
          <a:xfrm rot="10800000">
            <a:off x="6006459" y="5511567"/>
            <a:ext cx="2801269" cy="5285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925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392006-C956-4BCF-A471-04B2DCF1F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076" y="0"/>
            <a:ext cx="3075847" cy="6858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A21099E-2A25-44A1-8C65-3861C8A30E5C}"/>
              </a:ext>
            </a:extLst>
          </p:cNvPr>
          <p:cNvSpPr/>
          <p:nvPr/>
        </p:nvSpPr>
        <p:spPr>
          <a:xfrm>
            <a:off x="3498209" y="5998128"/>
            <a:ext cx="2801269" cy="5285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3389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4200FC-EA60-4E15-ABC0-1997F3AF7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076" y="0"/>
            <a:ext cx="3075847" cy="6858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A21099E-2A25-44A1-8C65-3861C8A30E5C}"/>
              </a:ext>
            </a:extLst>
          </p:cNvPr>
          <p:cNvSpPr/>
          <p:nvPr/>
        </p:nvSpPr>
        <p:spPr>
          <a:xfrm rot="10800000">
            <a:off x="7340309" y="3674378"/>
            <a:ext cx="2801269" cy="5285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68840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D8AA9-24E4-409B-BE61-C5AFB3199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076" y="0"/>
            <a:ext cx="3075847" cy="6858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A21099E-2A25-44A1-8C65-3861C8A30E5C}"/>
              </a:ext>
            </a:extLst>
          </p:cNvPr>
          <p:cNvSpPr/>
          <p:nvPr/>
        </p:nvSpPr>
        <p:spPr>
          <a:xfrm rot="10800000">
            <a:off x="7566869" y="2038524"/>
            <a:ext cx="2801269" cy="5285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22340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B391CA-8554-49BE-A5E3-74B1645B4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076" y="0"/>
            <a:ext cx="3075847" cy="6858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A21099E-2A25-44A1-8C65-3861C8A30E5C}"/>
              </a:ext>
            </a:extLst>
          </p:cNvPr>
          <p:cNvSpPr/>
          <p:nvPr/>
        </p:nvSpPr>
        <p:spPr>
          <a:xfrm rot="10800000">
            <a:off x="7306811" y="3540154"/>
            <a:ext cx="2801269" cy="5285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35996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FCE87-BF65-4B6D-BF0D-194387D01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076" y="0"/>
            <a:ext cx="3075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62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208E-468E-4BDF-8460-B6EDB5BC9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3045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Click </a:t>
            </a:r>
            <a:r>
              <a:rPr lang="en-US" sz="6600" b="1" dirty="0"/>
              <a:t>“Allow Notifications”</a:t>
            </a:r>
            <a:endParaRPr lang="id-ID" sz="6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AA0C9E-7E70-4D8D-9A0A-AB0A332CB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052" y="389451"/>
            <a:ext cx="5015896" cy="451313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1DDF8B2F-6BBE-4B02-B85C-E2861DDEBE2C}"/>
              </a:ext>
            </a:extLst>
          </p:cNvPr>
          <p:cNvSpPr/>
          <p:nvPr/>
        </p:nvSpPr>
        <p:spPr>
          <a:xfrm rot="10800000">
            <a:off x="8162488" y="2827090"/>
            <a:ext cx="2801269" cy="5285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72839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FB0DC5-D7EE-4CA2-8E37-991A93991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623" y="0"/>
            <a:ext cx="3166753" cy="68580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496482A-B675-4432-8567-96624A441F15}"/>
              </a:ext>
            </a:extLst>
          </p:cNvPr>
          <p:cNvSpPr/>
          <p:nvPr/>
        </p:nvSpPr>
        <p:spPr>
          <a:xfrm>
            <a:off x="5259827" y="391907"/>
            <a:ext cx="279913" cy="27357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8925F2-42FC-4C6D-A130-1D2FCAC23401}"/>
              </a:ext>
            </a:extLst>
          </p:cNvPr>
          <p:cNvSpPr/>
          <p:nvPr/>
        </p:nvSpPr>
        <p:spPr>
          <a:xfrm>
            <a:off x="5128084" y="6064262"/>
            <a:ext cx="651931" cy="4707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ln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01123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2E8BFF-6AC2-459F-96A3-EE9B2892A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623" y="0"/>
            <a:ext cx="31667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94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BE56EB5-B6B6-4B42-8489-C9A08F51BE54}"/>
              </a:ext>
            </a:extLst>
          </p:cNvPr>
          <p:cNvSpPr txBox="1"/>
          <p:nvPr/>
        </p:nvSpPr>
        <p:spPr>
          <a:xfrm>
            <a:off x="2509702" y="5360675"/>
            <a:ext cx="7172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dirty="0"/>
              <a:t>https://forms.gle/qzt8Hf5jGSzTQZxZ8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3E848-3E21-48D2-8DE5-EC3EA2768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158" y="0"/>
            <a:ext cx="5511677" cy="551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25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35</Words>
  <Application>Microsoft Office PowerPoint</Application>
  <PresentationFormat>Widescreen</PresentationFormat>
  <Paragraphs>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gskkelapagading.vercel.app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Click “Allow Notifications”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DENZEL MARK WAHYUDI</dc:creator>
  <cp:lastModifiedBy>DENZEL MARK WAHYUDI</cp:lastModifiedBy>
  <cp:revision>21</cp:revision>
  <dcterms:created xsi:type="dcterms:W3CDTF">2026-08-11T11:17:33Z</dcterms:created>
  <dcterms:modified xsi:type="dcterms:W3CDTF">2026-08-28T23:40:06Z</dcterms:modified>
</cp:coreProperties>
</file>